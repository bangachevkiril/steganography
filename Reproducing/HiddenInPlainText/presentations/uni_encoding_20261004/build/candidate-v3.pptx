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0.5035</c:v>
              </c:pt>
              <c:pt idx="1">
                <c:v>0.5085</c:v>
              </c:pt>
              <c:pt idx="2">
                <c:v>0.507</c:v>
              </c:pt>
              <c:pt idx="3">
                <c:v>0.5045</c:v>
              </c:pt>
              <c:pt idx="4">
                <c:v>0.5305</c:v>
              </c:pt>
              <c:pt idx="5">
                <c:v>0.5295</c:v>
              </c:pt>
              <c:pt idx="6">
                <c:v>0.5265</c:v>
              </c:pt>
              <c:pt idx="7">
                <c:v>0.5395</c:v>
              </c:pt>
              <c:pt idx="8">
                <c:v>0.5365</c:v>
              </c:pt>
              <c:pt idx="9">
                <c:v>0.5615</c:v>
              </c:pt>
              <c:pt idx="10">
                <c:v>0.561</c:v>
              </c:pt>
              <c:pt idx="11">
                <c:v>0.5635</c:v>
              </c:pt>
              <c:pt idx="12">
                <c:v>0.5875</c:v>
              </c:pt>
              <c:pt idx="13">
                <c:v>0.5775</c:v>
              </c:pt>
              <c:pt idx="14">
                <c:v>0.611</c:v>
              </c:pt>
              <c:pt idx="15">
                <c:v>0.6685</c:v>
              </c:pt>
              <c:pt idx="16">
                <c:v>0.8475</c:v>
              </c:pt>
              <c:pt idx="17">
                <c:v>0.9745</c:v>
              </c:pt>
              <c:pt idx="18">
                <c:v>0.9845</c:v>
              </c:pt>
              <c:pt idx="19">
                <c:v>0.98</c:v>
              </c:pt>
              <c:pt idx="20">
                <c:v>0.9905</c:v>
              </c:pt>
              <c:pt idx="21">
                <c:v>0.9955</c:v>
              </c:pt>
              <c:pt idx="22">
                <c:v>0.9955</c:v>
              </c:pt>
              <c:pt idx="23">
                <c:v>0.996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0.075</c:v>
              </c:pt>
              <c:pt idx="1">
                <c:v>0.1335</c:v>
              </c:pt>
              <c:pt idx="2">
                <c:v>0.117</c:v>
              </c:pt>
              <c:pt idx="3">
                <c:v>0.134</c:v>
              </c:pt>
              <c:pt idx="4">
                <c:v>0.106</c:v>
              </c:pt>
              <c:pt idx="5">
                <c:v>0.096</c:v>
              </c:pt>
              <c:pt idx="6">
                <c:v>0.1</c:v>
              </c:pt>
              <c:pt idx="7">
                <c:v>0.083</c:v>
              </c:pt>
              <c:pt idx="8">
                <c:v>0.0895</c:v>
              </c:pt>
              <c:pt idx="9">
                <c:v>0.062</c:v>
              </c:pt>
              <c:pt idx="10">
                <c:v>0.0705</c:v>
              </c:pt>
              <c:pt idx="11">
                <c:v>0.057</c:v>
              </c:pt>
              <c:pt idx="12">
                <c:v>0.0505</c:v>
              </c:pt>
              <c:pt idx="13">
                <c:v>0.053</c:v>
              </c:pt>
              <c:pt idx="14">
                <c:v>0.046</c:v>
              </c:pt>
              <c:pt idx="15">
                <c:v>0.0435</c:v>
              </c:pt>
              <c:pt idx="16">
                <c:v>0.045</c:v>
              </c:pt>
              <c:pt idx="17">
                <c:v>0.0175</c:v>
              </c:pt>
              <c:pt idx="18">
                <c:v>0.0115</c:v>
              </c:pt>
              <c:pt idx="19">
                <c:v>0.0085</c:v>
              </c:pt>
              <c:pt idx="20">
                <c:v>0.006</c:v>
              </c:pt>
              <c:pt idx="21">
                <c:v>0.0025</c:v>
              </c:pt>
              <c:pt idx="22">
                <c:v>0.0025</c:v>
              </c:pt>
              <c:pt idx="23">
                <c:v>0.0015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refusal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refusal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0.0%</c:formatCode>
              <c:ptCount val="24"/>
              <c:pt idx="0">
                <c:v>0.08</c:v>
              </c:pt>
              <c:pt idx="1">
                <c:v>0.06</c:v>
              </c:pt>
              <c:pt idx="2">
                <c:v>0.07</c:v>
              </c:pt>
              <c:pt idx="3">
                <c:v>0.05</c:v>
              </c:pt>
              <c:pt idx="4">
                <c:v>0.03</c:v>
              </c:pt>
              <c:pt idx="5">
                <c:v>0.04</c:v>
              </c:pt>
              <c:pt idx="6">
                <c:v>0.04</c:v>
              </c:pt>
              <c:pt idx="7">
                <c:v>0.05</c:v>
              </c:pt>
              <c:pt idx="8">
                <c:v>0.04</c:v>
              </c:pt>
              <c:pt idx="9">
                <c:v>0.05</c:v>
              </c:pt>
              <c:pt idx="10">
                <c:v>0.04</c:v>
              </c:pt>
              <c:pt idx="11">
                <c:v>0.04</c:v>
              </c:pt>
              <c:pt idx="12">
                <c:v>0.06</c:v>
              </c:pt>
              <c:pt idx="13">
                <c:v>0.03</c:v>
              </c:pt>
              <c:pt idx="14">
                <c:v>0.07</c:v>
              </c:pt>
              <c:pt idx="15">
                <c:v>0.06</c:v>
              </c:pt>
              <c:pt idx="16">
                <c:v>0.03</c:v>
              </c:pt>
              <c:pt idx="17">
                <c:v>0.05</c:v>
              </c:pt>
              <c:pt idx="18">
                <c:v>0.05</c:v>
              </c:pt>
              <c:pt idx="19">
                <c:v>0.05</c:v>
              </c:pt>
              <c:pt idx="20">
                <c:v>0.06</c:v>
              </c:pt>
              <c:pt idx="21">
                <c:v>0.05</c:v>
              </c:pt>
              <c:pt idx="22">
                <c:v>0.03</c:v>
              </c:pt>
              <c:pt idx="23">
                <c:v>0.04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0.95</c:v>
              </c:pt>
              <c:pt idx="1">
                <c:v>0.566</c:v>
              </c:pt>
              <c:pt idx="2">
                <c:v>0.2135</c:v>
              </c:pt>
              <c:pt idx="3">
                <c:v>0.392</c:v>
              </c:pt>
              <c:pt idx="4">
                <c:v>0.503</c:v>
              </c:pt>
              <c:pt idx="5">
                <c:v>0.379</c:v>
              </c:pt>
              <c:pt idx="6">
                <c:v>0.078</c:v>
              </c:pt>
              <c:pt idx="7">
                <c:v>0.165</c:v>
              </c:pt>
              <c:pt idx="8">
                <c:v>0.627</c:v>
              </c:pt>
              <c:pt idx="9">
                <c:v>0.695</c:v>
              </c:pt>
              <c:pt idx="10">
                <c:v>0.5315</c:v>
              </c:pt>
              <c:pt idx="11">
                <c:v>0.479</c:v>
              </c:pt>
              <c:pt idx="12">
                <c:v>0.573</c:v>
              </c:pt>
              <c:pt idx="13">
                <c:v>0.715</c:v>
              </c:pt>
              <c:pt idx="14">
                <c:v>0.6345</c:v>
              </c:pt>
              <c:pt idx="15">
                <c:v>0.359</c:v>
              </c:pt>
              <c:pt idx="16">
                <c:v>0.542</c:v>
              </c:pt>
              <c:pt idx="17">
                <c:v>0.511</c:v>
              </c:pt>
              <c:pt idx="18">
                <c:v>0.509</c:v>
              </c:pt>
              <c:pt idx="19">
                <c:v>0.4885</c:v>
              </c:pt>
              <c:pt idx="20">
                <c:v>0.498</c:v>
              </c:pt>
              <c:pt idx="21">
                <c:v>0.499</c:v>
              </c:pt>
              <c:pt idx="22">
                <c:v>0.502</c:v>
              </c:pt>
              <c:pt idx="23">
                <c:v>0.5005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